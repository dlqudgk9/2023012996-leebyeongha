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>
        <p:scale>
          <a:sx n="83" d="100"/>
          <a:sy n="83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A6A2B-0E08-45B8-B9C5-7C3EDB6F1B39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0EA43-D1D5-4685-A814-A9EB7400A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67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0EA43-D1D5-4685-A814-A9EB7400AC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1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22E59-BB7A-4DDB-998F-81E61CEC6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9B4B-C649-C5B7-65BA-F7B56C40D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23DCE-8D8B-C69A-1936-1A53F74F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01F19-FC3E-DE8A-3EE2-2ACD9D28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91C61-620B-2A5B-0430-CBC319D0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3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019B4-F564-CF34-3F69-7EBE23D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F17CD3-8955-F20D-2CD0-3CCAA748F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3FD2C-A2E9-09C5-62CD-1AA8CD11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9D0E9-4050-12C0-3C5E-4603A8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45E9-C834-99E7-B809-EC1944D6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5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2F1DD-C17C-5691-2682-0D3ACF0F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44C7A-4619-CC9B-9CC5-A9582BE5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7722-2F79-BDD8-2F92-453246B0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79D18-06F0-5E98-A424-2C230126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9D6F6-DD01-32E5-D5A2-FF4CCF92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1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1F154-4D51-29F5-D48B-D4817DE2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CDA6F-AE43-B741-AA5A-FAD68167B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3FEA51-FBD2-3C37-2488-7B306F6A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A5D9C0-DB2B-4F1D-440A-35198422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47A9E-116B-69B9-7FEE-1605131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3882-D832-EA8C-53F9-D127E190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0F918-E26D-13EC-06EB-CCF62C4C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5EEC0-2BAD-26D1-1A59-3D68E05D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874FC0-4D1B-692D-C2A5-C53BF2697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80EAC-D746-CAFC-EEBD-4286C8AAC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9AF037-4B83-299A-7D70-15A798B14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5E5731-6A66-51EC-ACE8-2B997B1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F50CF1-855C-725C-5E2E-9D88A22E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41D5B9-4E60-93D9-80BB-54C8A583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8BD7B-7E7C-3849-B8E7-CEF14A2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5A8FAC-73ED-7030-8400-0624F805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B3F172-BCF3-DF8E-924A-00B33C79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B7A5A-82FE-AF3E-3DB6-FC777C2A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1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79F73-0FAB-D1F3-2FE0-9DC1F9E9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DCEB78-F420-6E72-88C3-43B97527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220E-52C6-0282-E0DB-3F46EA5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5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F08C6-5311-D31E-95E8-3FDE9B1B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288DA-CE6C-F8A2-F8DB-40B414C3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8D2E0E-2062-E585-D99C-C60165A0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69A4F-FF58-2BB0-2D12-AC2E9DC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0AC22-789A-921E-F2CA-3517CC59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72F39-A1B8-2EB0-6C55-466E905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54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E5F95-EC95-934A-07B3-729E7258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5059CA-5BE7-046A-0E6C-70831C3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79275-578B-D3C9-24D5-F802BFB3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7C24E-9306-9768-139D-2B2D9BDF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B224-F4BA-622F-F0A8-F035565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410E4B-1454-0316-071B-F7BC324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9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E2FB8-C062-46F2-2C2B-A490EFC3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5CF7E-971C-288D-6099-72E48DFAF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E805B-610B-2A23-F3D5-02418EF5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57E12-2D03-F486-E09E-D916CE35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860BB-2A1D-1CF2-D084-4B985716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3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3F7243-EC2D-100F-D36D-8AF2C0276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DFC7BA-5270-28F9-3355-BF081B27D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85273-D861-05E6-CD52-47206766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E3C95-8EC0-ABC9-F6A2-35AB39FD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F96A1-D465-46AA-6B8A-7A5A0822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5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08F63B-CA42-1837-8B94-80CA0501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55C9E-16FE-DA52-970F-97679FF4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A4EC1-FB59-155A-B051-FB0532896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741E5-4729-4AC2-B225-1E536E5A70A0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5AD7C-B799-E963-8500-75CB2BBEE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06274-6E44-40EA-45FE-8C8763155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D8CA5-74A9-73FC-7461-6B9EB0810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Rot Caradonna </a:t>
            </a:r>
            <a:r>
              <a:rPr lang="ko-KR" altLang="en-US" sz="5400" dirty="0"/>
              <a:t>값에 따른 </a:t>
            </a:r>
            <a:br>
              <a:rPr lang="en-US" altLang="ko-KR" sz="5400" dirty="0"/>
            </a:br>
            <a:r>
              <a:rPr lang="en-US" altLang="ko-KR" sz="5400" dirty="0"/>
              <a:t>Pressure </a:t>
            </a:r>
            <a:r>
              <a:rPr lang="ko-KR" altLang="en-US" sz="5400" dirty="0"/>
              <a:t>비교 값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E01C9E-FEC2-2EFF-58DC-7B0675026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전산유체실습</a:t>
            </a:r>
            <a:r>
              <a:rPr lang="en-US" altLang="ko-KR" dirty="0"/>
              <a:t> report#9 </a:t>
            </a:r>
          </a:p>
          <a:p>
            <a:r>
              <a:rPr lang="en-US" altLang="ko-KR" dirty="0"/>
              <a:t>2023012996 </a:t>
            </a:r>
            <a:r>
              <a:rPr lang="ko-KR" altLang="en-US" dirty="0"/>
              <a:t>항공기계공학과 이병하</a:t>
            </a:r>
          </a:p>
        </p:txBody>
      </p:sp>
    </p:spTree>
    <p:extLst>
      <p:ext uri="{BB962C8B-B14F-4D97-AF65-F5344CB8AC3E}">
        <p14:creationId xmlns:p14="http://schemas.microsoft.com/office/powerpoint/2010/main" val="26886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16B85-E7BA-BDA5-5732-FA1E887E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조건 값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B14CE0-659D-5B59-5D37-C7C010924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해석조건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ko-KR" altLang="en-US" dirty="0" err="1"/>
              <a:t>마하수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0.877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회전</a:t>
            </a:r>
            <a:r>
              <a:rPr lang="en-US" altLang="ko-KR" dirty="0">
                <a:sym typeface="Wingdings" panose="05000000000000000000" pitchFamily="2" charset="2"/>
              </a:rPr>
              <a:t>RPM  2500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>
                <a:sym typeface="Wingdings" panose="05000000000000000000" pitchFamily="2" charset="2"/>
              </a:rPr>
              <a:t>피치각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8</a:t>
            </a:r>
            <a:r>
              <a:rPr lang="ko-KR" altLang="en-US" dirty="0">
                <a:sym typeface="Wingdings" panose="05000000000000000000" pitchFamily="2" charset="2"/>
              </a:rPr>
              <a:t>도</a:t>
            </a:r>
            <a:endParaRPr lang="en-US" altLang="ko-KR" dirty="0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19181689-9F24-558E-4013-CADEB4883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4155" y="1460740"/>
            <a:ext cx="5610266" cy="35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FC6B1-8463-88D5-F34C-2D03AF9B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Cp </a:t>
            </a:r>
            <a:r>
              <a:rPr lang="ko-KR" altLang="en-US" dirty="0"/>
              <a:t>값 구하기</a:t>
            </a:r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213B9C3C-A285-9765-4658-A55213DB4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21" y="2459993"/>
            <a:ext cx="1341236" cy="617273"/>
          </a:xfr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C93393-C957-99A3-23ED-F680896D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&lt;Cp </a:t>
            </a:r>
            <a:r>
              <a:rPr lang="ko-KR" altLang="en-US" dirty="0"/>
              <a:t>공식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Su2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나온 </a:t>
            </a:r>
            <a:r>
              <a:rPr lang="en-US" altLang="ko-KR" dirty="0"/>
              <a:t>Pressure </a:t>
            </a:r>
            <a:r>
              <a:rPr lang="ko-KR" altLang="en-US" dirty="0"/>
              <a:t>값을 이용해</a:t>
            </a:r>
            <a:r>
              <a:rPr lang="en-US" altLang="ko-KR" dirty="0"/>
              <a:t> </a:t>
            </a:r>
            <a:r>
              <a:rPr lang="ko-KR" altLang="en-US" dirty="0"/>
              <a:t>구함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P(</a:t>
            </a:r>
            <a:r>
              <a:rPr lang="ko-KR" altLang="en-US" dirty="0"/>
              <a:t>무제한</a:t>
            </a:r>
            <a:r>
              <a:rPr lang="en-US" altLang="ko-KR" dirty="0"/>
              <a:t>)</a:t>
            </a:r>
            <a:r>
              <a:rPr lang="en-US" altLang="ko-KR" dirty="0">
                <a:sym typeface="Wingdings" panose="05000000000000000000" pitchFamily="2" charset="2"/>
              </a:rPr>
              <a:t> 101325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밀도</a:t>
            </a:r>
            <a:r>
              <a:rPr lang="en-US" altLang="ko-KR" dirty="0">
                <a:sym typeface="Wingdings" panose="05000000000000000000" pitchFamily="2" charset="2"/>
              </a:rPr>
              <a:t> 1.225(</a:t>
            </a:r>
            <a:r>
              <a:rPr lang="ko-KR" altLang="en-US" dirty="0">
                <a:sym typeface="Wingdings" panose="05000000000000000000" pitchFamily="2" charset="2"/>
              </a:rPr>
              <a:t>표준 대기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/>
              <a:t>r </a:t>
            </a:r>
            <a:r>
              <a:rPr lang="en-US" altLang="ko-KR" dirty="0">
                <a:sym typeface="Wingdings" panose="05000000000000000000" pitchFamily="2" charset="2"/>
              </a:rPr>
              <a:t> section </a:t>
            </a:r>
            <a:r>
              <a:rPr lang="ko-KR" altLang="en-US" dirty="0">
                <a:sym typeface="Wingdings" panose="05000000000000000000" pitchFamily="2" charset="2"/>
              </a:rPr>
              <a:t>값 </a:t>
            </a:r>
            <a:r>
              <a:rPr lang="en-US" altLang="ko-KR" dirty="0">
                <a:sym typeface="Wingdings" panose="05000000000000000000" pitchFamily="2" charset="2"/>
              </a:rPr>
              <a:t>+ 0.143 (rot </a:t>
            </a:r>
            <a:r>
              <a:rPr lang="ko-KR" altLang="en-US" dirty="0">
                <a:sym typeface="Wingdings" panose="05000000000000000000" pitchFamily="2" charset="2"/>
              </a:rPr>
              <a:t>빈 공간 길이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dirty="0"/>
              <a:t>w </a:t>
            </a:r>
            <a:r>
              <a:rPr lang="en-US" altLang="ko-KR" dirty="0">
                <a:sym typeface="Wingdings" panose="05000000000000000000" pitchFamily="2" charset="2"/>
              </a:rPr>
              <a:t> RPM 2500 </a:t>
            </a:r>
            <a:r>
              <a:rPr lang="ko-KR" altLang="en-US" dirty="0">
                <a:sym typeface="Wingdings" panose="05000000000000000000" pitchFamily="2" charset="2"/>
              </a:rPr>
              <a:t>경우 </a:t>
            </a:r>
            <a:r>
              <a:rPr lang="en-US" altLang="ko-KR" dirty="0">
                <a:sym typeface="Wingdings" panose="05000000000000000000" pitchFamily="2" charset="2"/>
              </a:rPr>
              <a:t>261.8 </a:t>
            </a:r>
            <a:r>
              <a:rPr lang="ko-KR" altLang="en-US" dirty="0">
                <a:sym typeface="Wingdings" panose="05000000000000000000" pitchFamily="2" charset="2"/>
              </a:rPr>
              <a:t>값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CE46BC-02A4-38E8-D8AB-D796EFC3D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071" y="1601801"/>
            <a:ext cx="3847381" cy="413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6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3B76A-F285-AEFE-BF29-456A331D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0.5 </a:t>
            </a:r>
            <a:r>
              <a:rPr lang="ko-KR" altLang="en-US" dirty="0"/>
              <a:t>일 때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6EE8CC7C-3827-87A7-D639-44011CB4B3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57123"/>
            <a:ext cx="5181600" cy="2888342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91467E85-9A37-FD9B-CE60-4256426786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00796" y="2639209"/>
            <a:ext cx="4524408" cy="272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1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8DE6E-F5DC-E026-DC70-8D942B41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0.68 </a:t>
            </a:r>
            <a:r>
              <a:rPr lang="ko-KR" altLang="en-US" dirty="0"/>
              <a:t>일 때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1D5080DF-1CC7-71A3-5973-91E08D2422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53352"/>
            <a:ext cx="5181600" cy="2895884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740DA83E-60E4-43D3-C9E8-4DF170CF66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9371" y="2648734"/>
            <a:ext cx="4467258" cy="27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A69F2-3CB5-AA71-DE9E-694DC7CC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0.8 </a:t>
            </a:r>
            <a:r>
              <a:rPr lang="ko-KR" altLang="en-US" dirty="0"/>
              <a:t>일 때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7DE18A5C-A746-E562-79E2-9D0BF11A20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63833"/>
            <a:ext cx="5181600" cy="2874921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0B019855-E411-93EC-67D5-3D10DD3810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9846" y="2648734"/>
            <a:ext cx="4486308" cy="270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62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2CF7C-A79C-95F9-AB42-171B116F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0.89 </a:t>
            </a:r>
            <a:r>
              <a:rPr lang="ko-KR" altLang="en-US" dirty="0"/>
              <a:t>일 때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11063803-2852-24C4-89AA-32321727DD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69473"/>
            <a:ext cx="5181600" cy="2863642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F96BCDC-FDBA-AC71-4996-0FF1507964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10321" y="2653496"/>
            <a:ext cx="4505358" cy="26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3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67C3A-F0C2-1BFB-BF41-ECACA9BB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0.96 </a:t>
            </a:r>
            <a:r>
              <a:rPr lang="ko-KR" altLang="en-US" dirty="0"/>
              <a:t>일 때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5702AE7E-6CFD-579B-5F61-2953DB1257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560343"/>
            <a:ext cx="5181600" cy="2881901"/>
          </a:xfrm>
          <a:prstGeom prst="rect">
            <a:avLst/>
          </a:prstGeom>
        </p:spPr>
      </p:pic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AD13977F-70CD-5FDF-FF40-32DB8A9CF8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91271" y="2639209"/>
            <a:ext cx="4543458" cy="272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6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106</Words>
  <Application>Microsoft Office PowerPoint</Application>
  <PresentationFormat>와이드스크린</PresentationFormat>
  <Paragraphs>29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Rot Caradonna 값에 따른  Pressure 비교 값  </vt:lpstr>
      <vt:lpstr>조건 값</vt:lpstr>
      <vt:lpstr>Cp 값 구하기</vt:lpstr>
      <vt:lpstr>Section 값 0.5 일 때</vt:lpstr>
      <vt:lpstr>Section 값 0.68 일 때</vt:lpstr>
      <vt:lpstr>Section 값 0.8 일 때</vt:lpstr>
      <vt:lpstr>Section 값 0.89 일 때</vt:lpstr>
      <vt:lpstr>Section 값 0.96 일 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dlqudgk9@gmail.com</dc:creator>
  <cp:lastModifiedBy>dlqudgk9@gmail.com</cp:lastModifiedBy>
  <cp:revision>3</cp:revision>
  <dcterms:created xsi:type="dcterms:W3CDTF">2025-11-18T11:15:54Z</dcterms:created>
  <dcterms:modified xsi:type="dcterms:W3CDTF">2025-11-21T14:56:58Z</dcterms:modified>
</cp:coreProperties>
</file>