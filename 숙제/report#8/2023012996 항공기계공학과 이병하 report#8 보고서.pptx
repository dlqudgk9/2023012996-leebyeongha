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3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2A6A2B-0E08-45B8-B9C5-7C3EDB6F1B39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70EA43-D1D5-4685-A814-A9EB7400AC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267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70EA43-D1D5-4685-A814-A9EB7400ACD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143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22E59-BB7A-4DDB-998F-81E61CEC6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E1D9B4B-C649-C5B7-65BA-F7B56C40D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23DCE-8D8B-C69A-1936-1A53F74F5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E01F19-FC3E-DE8A-3EE2-2ACD9D286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491C61-620B-2A5B-0430-CBC319D07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037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7019B4-F564-CF34-3F69-7EBE23DDF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F17CD3-8955-F20D-2CD0-3CCAA748F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13FD2C-A2E9-09C5-62CD-1AA8CD11E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9D0E9-4050-12C0-3C5E-4603A8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4145E9-C834-99E7-B809-EC1944D6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755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2F1DD-C17C-5691-2682-0D3ACF0F9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144C7A-4619-CC9B-9CC5-A9582BE5A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BE7722-2F79-BDD8-2F92-453246B09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379D18-06F0-5E98-A424-2C230126C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29D6F6-DD01-32E5-D5A2-FF4CCF92E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1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61F154-4D51-29F5-D48B-D4817DE29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CDA6F-AE43-B741-AA5A-FAD68167B9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63FEA51-FBD2-3C37-2488-7B306F6AA1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A5D9C0-DB2B-4F1D-440A-351984223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1347A9E-116B-69B9-7FEE-160513196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2A3882-D832-EA8C-53F9-D127E190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96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0F918-E26D-13EC-06EB-CCF62C4C8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5EEC0-2BAD-26D1-1A59-3D68E05DD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874FC0-4D1B-692D-C2A5-C53BF2697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880EAC-D746-CAFC-EEBD-4286C8AAC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69AF037-4B83-299A-7D70-15A798B144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5E5731-6A66-51EC-ACE8-2B997B109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F50CF1-855C-725C-5E2E-9D88A22E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41D5B9-4E60-93D9-80BB-54C8A5832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246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A8BD7B-7E7C-3849-B8E7-CEF14A2D9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5A8FAC-73ED-7030-8400-0624F8052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DB3F172-BCF3-DF8E-924A-00B33C79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07B7A5A-82FE-AF3E-3DB6-FC777C2A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4130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0179F73-0FAB-D1F3-2FE0-9DC1F9E90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0DCEB78-F420-6E72-88C3-43B97527B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9C220E-52C6-0282-E0DB-3F46EA5D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353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F08C6-5311-D31E-95E8-3FDE9B1BD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288DA-CE6C-F8A2-F8DB-40B414C3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8D2E0E-2062-E585-D99C-C60165A0B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D69A4F-FF58-2BB0-2D12-AC2E9DC8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0AC22-789A-921E-F2CA-3517CC592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B72F39-A1B8-2EB0-6C55-466E90503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54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4E5F95-EC95-934A-07B3-729E72585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5059CA-5BE7-046A-0E6C-70831C3F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379275-578B-D3C9-24D5-F802BFB39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87C24E-9306-9768-139D-2B2D9BDF7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A8EB224-F4BA-622F-F0A8-F035565C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410E4B-1454-0316-071B-F7BC32424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798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9E2FB8-C062-46F2-2C2B-A490EFC3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85CF7E-971C-288D-6099-72E48DFAF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DE805B-610B-2A23-F3D5-02418EF57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B57E12-2D03-F486-E09E-D916CE351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3860BB-2A1D-1CF2-D084-4B985716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39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83F7243-EC2D-100F-D36D-8AF2C02769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DFC7BA-5270-28F9-3355-BF081B27D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D585273-D861-05E6-CD52-47206766D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DE3C95-8EC0-ABC9-F6A2-35AB39FD0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E7F96A1-D465-46AA-6B8A-7A5A0822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35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E08F63B-CA42-1837-8B94-80CA0501D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C55C9E-16FE-DA52-970F-97679FF46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5A4EC1-FB59-155A-B051-FB0532896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741E5-4729-4AC2-B225-1E536E5A70A0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A35AD7C-B799-E963-8500-75CB2BBEE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06274-6E44-40EA-45FE-8C8763155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9CF18-70DA-406A-B332-134AD85CD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02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D8CA5-74A9-73FC-7461-6B9EB08106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날개의 </a:t>
            </a:r>
            <a:r>
              <a:rPr lang="en-US" altLang="ko-KR" sz="5400" dirty="0"/>
              <a:t>Y</a:t>
            </a:r>
            <a:r>
              <a:rPr lang="ko-KR" altLang="en-US" sz="5400" dirty="0"/>
              <a:t>값에 따른 </a:t>
            </a:r>
            <a:br>
              <a:rPr lang="en-US" altLang="ko-KR" sz="5400" dirty="0"/>
            </a:br>
            <a:r>
              <a:rPr lang="en-US" altLang="ko-KR" sz="5400" dirty="0"/>
              <a:t>Pressure </a:t>
            </a:r>
            <a:r>
              <a:rPr lang="ko-KR" altLang="en-US" sz="5400" dirty="0"/>
              <a:t>비교 값</a:t>
            </a:r>
            <a:br>
              <a:rPr lang="en-US" altLang="ko-KR" sz="2000" dirty="0"/>
            </a:br>
            <a:br>
              <a:rPr lang="en-US" altLang="ko-KR" sz="2000" dirty="0"/>
            </a:br>
            <a:endParaRPr lang="ko-KR" altLang="en-US" sz="2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E01C9E-FEC2-2EFF-58DC-7B0675026C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전산유체실습</a:t>
            </a:r>
            <a:r>
              <a:rPr lang="en-US" altLang="ko-KR" dirty="0"/>
              <a:t> report#8 </a:t>
            </a:r>
          </a:p>
          <a:p>
            <a:r>
              <a:rPr lang="en-US" altLang="ko-KR"/>
              <a:t>2023012996 </a:t>
            </a:r>
            <a:r>
              <a:rPr lang="ko-KR" altLang="en-US" dirty="0"/>
              <a:t>항공기계공학과 이병하</a:t>
            </a:r>
          </a:p>
        </p:txBody>
      </p:sp>
    </p:spTree>
    <p:extLst>
      <p:ext uri="{BB962C8B-B14F-4D97-AF65-F5344CB8AC3E}">
        <p14:creationId xmlns:p14="http://schemas.microsoft.com/office/powerpoint/2010/main" val="2688613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D16B85-E7BA-BDA5-5732-FA1E887EA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입력 값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3FA05177-068D-BB93-DBA1-2CF8040B8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5078" y="1840302"/>
            <a:ext cx="6048419" cy="3140015"/>
          </a:xfrm>
          <a:prstGeom prst="rect">
            <a:avLst/>
          </a:prstGeom>
        </p:spPr>
      </p:pic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B14CE0-659D-5B59-5D37-C7C0109246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sz="2000" dirty="0"/>
              <a:t>Case 2565 </a:t>
            </a:r>
            <a:r>
              <a:rPr lang="ko-KR" altLang="en-US" sz="2000" dirty="0"/>
              <a:t>기준 값 설정</a:t>
            </a:r>
            <a:endParaRPr lang="en-US" altLang="ko-KR" sz="2000" dirty="0"/>
          </a:p>
          <a:p>
            <a:r>
              <a:rPr lang="en-US" altLang="ko-KR" sz="2000" dirty="0"/>
              <a:t>AOA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ko-KR" altLang="en-US" sz="2000" dirty="0"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solidFill>
                  <a:srgbClr val="FF0000"/>
                </a:solidFill>
                <a:sym typeface="Wingdings" panose="05000000000000000000" pitchFamily="2" charset="2"/>
              </a:rPr>
              <a:t>6.06 </a:t>
            </a:r>
            <a:r>
              <a:rPr lang="ko-KR" altLang="en-US" sz="2000" dirty="0">
                <a:sym typeface="Wingdings" panose="05000000000000000000" pitchFamily="2" charset="2"/>
              </a:rPr>
              <a:t>변경하여 날개 형성</a:t>
            </a:r>
            <a:endParaRPr lang="en-US" altLang="ko-KR" sz="2000" dirty="0">
              <a:sym typeface="Wingdings" panose="05000000000000000000" pitchFamily="2" charset="2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10039E3-5EC6-3CC7-8CD7-71D7D2332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5078" y="1524178"/>
            <a:ext cx="5095912" cy="209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3B76A-F285-AEFE-BF29-456A331D3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0.2 </a:t>
            </a:r>
            <a:r>
              <a:rPr lang="ko-KR" altLang="en-US" dirty="0"/>
              <a:t>일 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C8C3B67-A057-699F-BE36-69753D7487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5824"/>
            <a:ext cx="5181600" cy="2890939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BB9C8968-B968-3A41-E8E9-EB9F383CAD9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2695" y="2624921"/>
            <a:ext cx="4600609" cy="2752745"/>
          </a:xfrm>
        </p:spPr>
      </p:pic>
    </p:spTree>
    <p:extLst>
      <p:ext uri="{BB962C8B-B14F-4D97-AF65-F5344CB8AC3E}">
        <p14:creationId xmlns:p14="http://schemas.microsoft.com/office/powerpoint/2010/main" val="1684018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48DE6E-F5DC-E026-DC70-8D942B41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0.44 </a:t>
            </a:r>
            <a:r>
              <a:rPr lang="ko-KR" altLang="en-US" dirty="0"/>
              <a:t>일 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95297CD-873B-831E-3EA2-D74001F0F5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7676"/>
            <a:ext cx="5181600" cy="2887235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1FD39926-8714-3872-D5EE-760219452B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1719" y="2615396"/>
            <a:ext cx="4962561" cy="2771795"/>
          </a:xfrm>
        </p:spPr>
      </p:pic>
    </p:spTree>
    <p:extLst>
      <p:ext uri="{BB962C8B-B14F-4D97-AF65-F5344CB8AC3E}">
        <p14:creationId xmlns:p14="http://schemas.microsoft.com/office/powerpoint/2010/main" val="3613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A69F2-3CB5-AA71-DE9E-694DC7CCC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0.65 </a:t>
            </a:r>
            <a:r>
              <a:rPr lang="ko-KR" altLang="en-US" dirty="0"/>
              <a:t>일 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69A65C4-B638-1958-FD2C-354319AE1B0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64906"/>
            <a:ext cx="5181600" cy="2872775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1D400095-214A-0F88-9A67-0B8A26AD98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033" y="2658259"/>
            <a:ext cx="4533933" cy="2686070"/>
          </a:xfrm>
        </p:spPr>
      </p:pic>
    </p:spTree>
    <p:extLst>
      <p:ext uri="{BB962C8B-B14F-4D97-AF65-F5344CB8AC3E}">
        <p14:creationId xmlns:p14="http://schemas.microsoft.com/office/powerpoint/2010/main" val="4045162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32CF7C-A79C-95F9-AB42-171B116FB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0.8 </a:t>
            </a:r>
            <a:r>
              <a:rPr lang="ko-KR" altLang="en-US" dirty="0"/>
              <a:t>일 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56EFE366-DFD1-4A41-2253-7BD86B428D9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4271"/>
            <a:ext cx="5181600" cy="2914046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588AE1A-E0B7-62DA-A959-765C835322C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6970" y="2639209"/>
            <a:ext cx="4772060" cy="2724170"/>
          </a:xfrm>
        </p:spPr>
      </p:pic>
    </p:spTree>
    <p:extLst>
      <p:ext uri="{BB962C8B-B14F-4D97-AF65-F5344CB8AC3E}">
        <p14:creationId xmlns:p14="http://schemas.microsoft.com/office/powerpoint/2010/main" val="210833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867C3A-F0C2-1BFB-BF41-ECACA9BB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0.9 </a:t>
            </a:r>
            <a:r>
              <a:rPr lang="ko-KR" altLang="en-US" dirty="0"/>
              <a:t>일 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DDE23E11-2A8C-30BA-200F-ECB71E0739F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2608"/>
            <a:ext cx="5181600" cy="2917371"/>
          </a:xfrm>
        </p:spPr>
      </p:pic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459790EE-420D-1588-4AF0-045380C6ED4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7445" y="2639209"/>
            <a:ext cx="4791110" cy="2724170"/>
          </a:xfrm>
        </p:spPr>
      </p:pic>
    </p:spTree>
    <p:extLst>
      <p:ext uri="{BB962C8B-B14F-4D97-AF65-F5344CB8AC3E}">
        <p14:creationId xmlns:p14="http://schemas.microsoft.com/office/powerpoint/2010/main" val="8998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FACD9-3617-EF74-04F1-CA38310C8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CA228C-9525-274C-446F-0D21C192B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0.96 </a:t>
            </a:r>
            <a:r>
              <a:rPr lang="ko-KR" altLang="en-US" dirty="0"/>
              <a:t>일 때</a:t>
            </a:r>
          </a:p>
        </p:txBody>
      </p:sp>
      <p:pic>
        <p:nvPicPr>
          <p:cNvPr id="10" name="내용 개체 틀 9">
            <a:extLst>
              <a:ext uri="{FF2B5EF4-FFF2-40B4-BE49-F238E27FC236}">
                <a16:creationId xmlns:a16="http://schemas.microsoft.com/office/drawing/2014/main" id="{3EE0B6ED-846A-7A28-8824-DE9941E29B1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9562"/>
            <a:ext cx="5181600" cy="2883464"/>
          </a:xfrm>
        </p:spPr>
      </p:pic>
      <p:pic>
        <p:nvPicPr>
          <p:cNvPr id="12" name="내용 개체 틀 11">
            <a:extLst>
              <a:ext uri="{FF2B5EF4-FFF2-40B4-BE49-F238E27FC236}">
                <a16:creationId xmlns:a16="http://schemas.microsoft.com/office/drawing/2014/main" id="{7D548C26-B1C3-E763-17BC-4E07722B657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482" y="2591583"/>
            <a:ext cx="4953036" cy="2819421"/>
          </a:xfrm>
        </p:spPr>
      </p:pic>
    </p:spTree>
    <p:extLst>
      <p:ext uri="{BB962C8B-B14F-4D97-AF65-F5344CB8AC3E}">
        <p14:creationId xmlns:p14="http://schemas.microsoft.com/office/powerpoint/2010/main" val="3852717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A951-F691-4465-B78F-381637EA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37115C-6C1E-B228-0C65-5D1CFD086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Section </a:t>
            </a:r>
            <a:r>
              <a:rPr lang="ko-KR" altLang="en-US" dirty="0"/>
              <a:t>값 </a:t>
            </a:r>
            <a:r>
              <a:rPr lang="en-US" altLang="ko-KR" dirty="0"/>
              <a:t>0.99 </a:t>
            </a:r>
            <a:r>
              <a:rPr lang="ko-KR" altLang="en-US" dirty="0"/>
              <a:t>일 때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7E9B9C48-552D-438C-C428-B2EB5C3B0F2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59018"/>
            <a:ext cx="5181600" cy="2884552"/>
          </a:xfrm>
        </p:spPr>
      </p:pic>
      <p:pic>
        <p:nvPicPr>
          <p:cNvPr id="11" name="내용 개체 틀 10">
            <a:extLst>
              <a:ext uri="{FF2B5EF4-FFF2-40B4-BE49-F238E27FC236}">
                <a16:creationId xmlns:a16="http://schemas.microsoft.com/office/drawing/2014/main" id="{F4B0638E-384D-A523-ECE8-33C2C24DAE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2221" y="2653496"/>
            <a:ext cx="4581558" cy="2695595"/>
          </a:xfrm>
        </p:spPr>
      </p:pic>
    </p:spTree>
    <p:extLst>
      <p:ext uri="{BB962C8B-B14F-4D97-AF65-F5344CB8AC3E}">
        <p14:creationId xmlns:p14="http://schemas.microsoft.com/office/powerpoint/2010/main" val="3236835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66</Words>
  <Application>Microsoft Office PowerPoint</Application>
  <PresentationFormat>와이드스크린</PresentationFormat>
  <Paragraphs>17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날개의 Y값에 따른  Pressure 비교 값  </vt:lpstr>
      <vt:lpstr>입력 값</vt:lpstr>
      <vt:lpstr>Section 값 0.2 일 때</vt:lpstr>
      <vt:lpstr>Section 값 0.44 일 때</vt:lpstr>
      <vt:lpstr>Section 값 0.65 일 때</vt:lpstr>
      <vt:lpstr>Section 값 0.8 일 때</vt:lpstr>
      <vt:lpstr>Section 값 0.9 일 때</vt:lpstr>
      <vt:lpstr>Section 값 0.96 일 때</vt:lpstr>
      <vt:lpstr>Section 값 0.99 일 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dlqudgk9@gmail.com</dc:creator>
  <cp:lastModifiedBy>dlqudgk9@gmail.com</cp:lastModifiedBy>
  <cp:revision>2</cp:revision>
  <dcterms:created xsi:type="dcterms:W3CDTF">2025-11-18T11:15:54Z</dcterms:created>
  <dcterms:modified xsi:type="dcterms:W3CDTF">2025-11-18T11:24:45Z</dcterms:modified>
</cp:coreProperties>
</file>