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A6A2B-0E08-45B8-B9C5-7C3EDB6F1B3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0EA43-D1D5-4685-A814-A9EB7400A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67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0EA43-D1D5-4685-A814-A9EB7400AC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1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22E59-BB7A-4DDB-998F-81E61CEC6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9B4B-C649-C5B7-65BA-F7B56C40D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23DCE-8D8B-C69A-1936-1A53F74F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01F19-FC3E-DE8A-3EE2-2ACD9D28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91C61-620B-2A5B-0430-CBC319D0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03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019B4-F564-CF34-3F69-7EBE23DD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F17CD3-8955-F20D-2CD0-3CCAA748F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3FD2C-A2E9-09C5-62CD-1AA8CD11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9D0E9-4050-12C0-3C5E-4603A8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45E9-C834-99E7-B809-EC1944D6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5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2F1DD-C17C-5691-2682-0D3ACF0F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144C7A-4619-CC9B-9CC5-A9582BE5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E7722-2F79-BDD8-2F92-453246B0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79D18-06F0-5E98-A424-2C230126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9D6F6-DD01-32E5-D5A2-FF4CCF92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1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1F154-4D51-29F5-D48B-D4817DE2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CDA6F-AE43-B741-AA5A-FAD68167B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3FEA51-FBD2-3C37-2488-7B306F6A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A5D9C0-DB2B-4F1D-440A-35198422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47A9E-116B-69B9-7FEE-1605131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A3882-D832-EA8C-53F9-D127E190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9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0F918-E26D-13EC-06EB-CCF62C4C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5EEC0-2BAD-26D1-1A59-3D68E05D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874FC0-4D1B-692D-C2A5-C53BF2697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80EAC-D746-CAFC-EEBD-4286C8AAC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9AF037-4B83-299A-7D70-15A798B14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5E5731-6A66-51EC-ACE8-2B997B10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F50CF1-855C-725C-5E2E-9D88A22E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41D5B9-4E60-93D9-80BB-54C8A583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6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8BD7B-7E7C-3849-B8E7-CEF14A2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5A8FAC-73ED-7030-8400-0624F805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B3F172-BCF3-DF8E-924A-00B33C79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7B7A5A-82FE-AF3E-3DB6-FC777C2A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13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179F73-0FAB-D1F3-2FE0-9DC1F9E9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DCEB78-F420-6E72-88C3-43B97527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220E-52C6-0282-E0DB-3F46EA5D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53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F08C6-5311-D31E-95E8-3FDE9B1B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288DA-CE6C-F8A2-F8DB-40B414C3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8D2E0E-2062-E585-D99C-C60165A0B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D69A4F-FF58-2BB0-2D12-AC2E9DC8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0AC22-789A-921E-F2CA-3517CC59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72F39-A1B8-2EB0-6C55-466E9050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54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E5F95-EC95-934A-07B3-729E7258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5059CA-5BE7-046A-0E6C-70831C3F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79275-578B-D3C9-24D5-F802BFB39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87C24E-9306-9768-139D-2B2D9BDF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B224-F4BA-622F-F0A8-F035565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410E4B-1454-0316-071B-F7BC324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79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E2FB8-C062-46F2-2C2B-A490EFC3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85CF7E-971C-288D-6099-72E48DFAF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E805B-610B-2A23-F3D5-02418EF5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57E12-2D03-F486-E09E-D916CE35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860BB-2A1D-1CF2-D084-4B985716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3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3F7243-EC2D-100F-D36D-8AF2C0276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DFC7BA-5270-28F9-3355-BF081B27D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85273-D861-05E6-CD52-47206766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E3C95-8EC0-ABC9-F6A2-35AB39FD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F96A1-D465-46AA-6B8A-7A5A0822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5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08F63B-CA42-1837-8B94-80CA0501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C55C9E-16FE-DA52-970F-97679FF4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5A4EC1-FB59-155A-B051-FB0532896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741E5-4729-4AC2-B225-1E536E5A70A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35AD7C-B799-E963-8500-75CB2BBEE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06274-6E44-40EA-45FE-8C8763155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D8CA5-74A9-73FC-7461-6B9EB0810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NACA4412 </a:t>
            </a:r>
            <a:r>
              <a:rPr lang="ko-KR" altLang="en-US" sz="5400" dirty="0"/>
              <a:t>프로젝트 보고서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2025.12.04</a:t>
            </a: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E01C9E-FEC2-2EFF-58DC-7B0675026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전산유체실습</a:t>
            </a:r>
            <a:r>
              <a:rPr lang="en-US" altLang="ko-KR" dirty="0"/>
              <a:t> report#11 </a:t>
            </a:r>
          </a:p>
          <a:p>
            <a:r>
              <a:rPr lang="en-US" altLang="ko-KR" dirty="0"/>
              <a:t>2023012996 </a:t>
            </a:r>
            <a:r>
              <a:rPr lang="ko-KR" altLang="en-US" dirty="0"/>
              <a:t>항공기계공학과 이병하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6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A80FC-CEB2-6774-F8F3-20186425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값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B435EA-A837-C7FC-CDB8-F8095C4AA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MACH_NUMBER </a:t>
            </a:r>
            <a:r>
              <a:rPr lang="en-US" altLang="ko-KR" b="1" dirty="0">
                <a:sym typeface="Wingdings" panose="05000000000000000000" pitchFamily="2" charset="2"/>
              </a:rPr>
              <a:t> 0.09</a:t>
            </a:r>
          </a:p>
          <a:p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AOA  13.87</a:t>
            </a:r>
          </a:p>
          <a:p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REYNOLDS  1520000</a:t>
            </a:r>
          </a:p>
          <a:p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NACA4412 2D, 3D </a:t>
            </a:r>
            <a:r>
              <a:rPr lang="ko-KR" altLang="en-US" b="1" dirty="0">
                <a:sym typeface="Wingdings" panose="05000000000000000000" pitchFamily="2" charset="2"/>
              </a:rPr>
              <a:t>격자로 실행</a:t>
            </a:r>
            <a:endParaRPr lang="ko-KR" altLang="en-US" b="1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866502B6-610A-8235-6323-6A8DA85BD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2756" y="2099094"/>
            <a:ext cx="5153063" cy="338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28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BD43C-80DE-C716-03BB-1BD73AA6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NACA4412 2D </a:t>
            </a:r>
            <a:r>
              <a:rPr lang="ko-KR" altLang="en-US" dirty="0"/>
              <a:t>격자 프레임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32BCFA5-005A-A331-5EA5-1437665694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4369"/>
            <a:ext cx="5181600" cy="3715109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B810D71-C32F-3016-A453-E791AEBF22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54369"/>
            <a:ext cx="5181600" cy="3715108"/>
          </a:xfrm>
        </p:spPr>
      </p:pic>
    </p:spTree>
    <p:extLst>
      <p:ext uri="{BB962C8B-B14F-4D97-AF65-F5344CB8AC3E}">
        <p14:creationId xmlns:p14="http://schemas.microsoft.com/office/powerpoint/2010/main" val="409355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FB6DE-1F0F-8799-F87F-0D81EB86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NACA4412 2D </a:t>
            </a:r>
            <a:r>
              <a:rPr lang="ko-KR" altLang="en-US" dirty="0"/>
              <a:t>유동 박리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12ACCFA-8790-DE10-8ABF-175ACE0D26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68394"/>
            <a:ext cx="5181600" cy="2865800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8C3C3CC-0660-9343-5AD0-74EC12389A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59018"/>
            <a:ext cx="5181600" cy="2884552"/>
          </a:xfrm>
        </p:spPr>
      </p:pic>
    </p:spTree>
    <p:extLst>
      <p:ext uri="{BB962C8B-B14F-4D97-AF65-F5344CB8AC3E}">
        <p14:creationId xmlns:p14="http://schemas.microsoft.com/office/powerpoint/2010/main" val="962869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A32E3-9F04-C4A5-EC52-25DF1A65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 값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2AA76D8-E868-7D7F-668F-E9993DA0E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7558" y="1247954"/>
            <a:ext cx="4865973" cy="4313207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77B60E-4507-E5A9-5FC4-2BFCBC174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b="1" dirty="0"/>
          </a:p>
          <a:p>
            <a:r>
              <a:rPr lang="en-US" altLang="ko-KR" sz="1800" b="1" dirty="0"/>
              <a:t>=SU2 </a:t>
            </a:r>
            <a:r>
              <a:rPr lang="ko-KR" altLang="en-US" sz="1800" b="1" dirty="0"/>
              <a:t>해석 결과는 </a:t>
            </a:r>
            <a:r>
              <a:rPr lang="en-US" altLang="ko-KR" sz="1800" b="1" dirty="0"/>
              <a:t>2D NACA4412</a:t>
            </a:r>
            <a:r>
              <a:rPr lang="ko-KR" altLang="en-US" sz="1800" b="1" dirty="0"/>
              <a:t>로 </a:t>
            </a:r>
            <a:r>
              <a:rPr lang="en-US" altLang="ko-KR" sz="1800" b="1" dirty="0"/>
              <a:t>Cp</a:t>
            </a:r>
            <a:r>
              <a:rPr lang="ko-KR" altLang="en-US" sz="1800" b="1" dirty="0"/>
              <a:t>값을 보았을 때</a:t>
            </a:r>
            <a:r>
              <a:rPr lang="en-US" altLang="ko-KR" sz="1800" b="1" dirty="0"/>
              <a:t>, NASA </a:t>
            </a:r>
            <a:r>
              <a:rPr lang="ko-KR" altLang="en-US" sz="1800" b="1" dirty="0"/>
              <a:t>실험 데이터와  전체 경향이 유사하게 나타남</a:t>
            </a:r>
            <a:r>
              <a:rPr lang="en-US" altLang="ko-KR" sz="1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295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5EB28-5AE5-26C5-B7B7-FFBE3E5B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NACA4412 3D </a:t>
            </a:r>
            <a:r>
              <a:rPr lang="ko-KR" altLang="en-US" dirty="0"/>
              <a:t>격자 프레임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A9FF50A-FE50-3AAC-AC52-E0C0F1F158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4846"/>
            <a:ext cx="5181600" cy="3916392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EF274D2-5A62-1560-85FD-B49A8D97CB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04846"/>
            <a:ext cx="5181600" cy="3916392"/>
          </a:xfrm>
        </p:spPr>
      </p:pic>
    </p:spTree>
    <p:extLst>
      <p:ext uri="{BB962C8B-B14F-4D97-AF65-F5344CB8AC3E}">
        <p14:creationId xmlns:p14="http://schemas.microsoft.com/office/powerpoint/2010/main" val="176415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24EF7-EA47-A02D-04DB-B23FC406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NACA4412 3D </a:t>
            </a:r>
            <a:r>
              <a:rPr lang="ko-KR" altLang="en-US" dirty="0"/>
              <a:t>유동 박리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590A23-FD2A-DD82-08D1-27306E332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 dirty="0"/>
              <a:t>Total </a:t>
            </a:r>
            <a:r>
              <a:rPr lang="ko-KR" altLang="en-US" dirty="0"/>
              <a:t>유동 박리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3A6F30-0803-0269-F6F8-3046B5883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ko-KR" dirty="0"/>
              <a:t>X</a:t>
            </a:r>
            <a:r>
              <a:rPr lang="ko-KR" altLang="en-US" dirty="0"/>
              <a:t>축 유동 박리</a:t>
            </a:r>
          </a:p>
        </p:txBody>
      </p:sp>
      <p:pic>
        <p:nvPicPr>
          <p:cNvPr id="7" name="내용 개체 틀 5">
            <a:extLst>
              <a:ext uri="{FF2B5EF4-FFF2-40B4-BE49-F238E27FC236}">
                <a16:creationId xmlns:a16="http://schemas.microsoft.com/office/drawing/2014/main" id="{3A3649BC-1EEB-0DC9-864D-367B8AFD6E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22882"/>
            <a:ext cx="5157787" cy="3196121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6736CE2-C14E-CA86-6DC6-5AF99FDFAFB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98771"/>
            <a:ext cx="5183188" cy="3220233"/>
          </a:xfrm>
        </p:spPr>
      </p:pic>
    </p:spTree>
    <p:extLst>
      <p:ext uri="{BB962C8B-B14F-4D97-AF65-F5344CB8AC3E}">
        <p14:creationId xmlns:p14="http://schemas.microsoft.com/office/powerpoint/2010/main" val="3240468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ACA07-8529-D516-C3DB-BF49FC50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 값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D0ADB74-CC7C-0C4C-B070-CB6BFBE14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5962" y="1167442"/>
            <a:ext cx="5216106" cy="4560498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C8A44B-AA9B-98CB-B064-9BB1338ED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800" b="1" dirty="0"/>
              <a:t>=SU2 </a:t>
            </a:r>
            <a:r>
              <a:rPr lang="ko-KR" altLang="en-US" sz="1800" b="1" dirty="0"/>
              <a:t>해석 결과는 </a:t>
            </a:r>
            <a:r>
              <a:rPr lang="en-US" altLang="ko-KR" sz="1800" b="1" dirty="0"/>
              <a:t>3D NACA4412</a:t>
            </a:r>
            <a:r>
              <a:rPr lang="ko-KR" altLang="en-US" sz="1800" b="1" dirty="0"/>
              <a:t>로 </a:t>
            </a:r>
            <a:r>
              <a:rPr lang="en-US" altLang="ko-KR" sz="1800" b="1" dirty="0"/>
              <a:t>Cp</a:t>
            </a:r>
            <a:r>
              <a:rPr lang="ko-KR" altLang="en-US" sz="1800" b="1" dirty="0"/>
              <a:t>값을 보았을 때</a:t>
            </a:r>
            <a:r>
              <a:rPr lang="en-US" altLang="ko-KR" sz="1800" b="1" dirty="0"/>
              <a:t>, NASA </a:t>
            </a:r>
            <a:r>
              <a:rPr lang="ko-KR" altLang="en-US" sz="1800" b="1" dirty="0"/>
              <a:t>실험 데이터와  전체 경향이 유사하지만 실험 데이터 값보다는 낮게 나타남</a:t>
            </a:r>
            <a:r>
              <a:rPr lang="en-US" altLang="ko-KR" sz="1800" b="1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098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104</Words>
  <Application>Microsoft Office PowerPoint</Application>
  <PresentationFormat>와이드스크린</PresentationFormat>
  <Paragraphs>31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NACA4412 프로젝트 보고서  2025.12.04</vt:lpstr>
      <vt:lpstr>조건 값</vt:lpstr>
      <vt:lpstr>NACA4412 2D 격자 프레임</vt:lpstr>
      <vt:lpstr>NACA4412 2D 유동 박리</vt:lpstr>
      <vt:lpstr>해석 값</vt:lpstr>
      <vt:lpstr>NACA4412 3D 격자 프레임</vt:lpstr>
      <vt:lpstr>NACA4412 3D 유동 박리</vt:lpstr>
      <vt:lpstr>해석 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dlqudgk9@gmail.com</dc:creator>
  <cp:lastModifiedBy>dlqudgk9@gmail.com</cp:lastModifiedBy>
  <cp:revision>8</cp:revision>
  <dcterms:created xsi:type="dcterms:W3CDTF">2025-11-18T11:15:54Z</dcterms:created>
  <dcterms:modified xsi:type="dcterms:W3CDTF">2025-12-04T03:51:13Z</dcterms:modified>
</cp:coreProperties>
</file>